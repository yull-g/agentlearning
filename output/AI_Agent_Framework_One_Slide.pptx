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55c6150fa45d2" /><Relationship Type="http://schemas.openxmlformats.org/officeDocument/2006/relationships/extended-properties" Target="/docProps/app.xml" Id="R690e5febe6e343ca" /><Relationship Type="http://schemas.openxmlformats.org/officeDocument/2006/relationships/officeDocument" Target="/ppt/presentation.xml" Id="Rff06744ba5f5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5e303314b3426b"/>
  </p:sldMasterIdLst>
  <p:notesMasterIdLst>
    <p:notesMasterId xmlns:r="http://schemas.openxmlformats.org/officeDocument/2006/relationships" r:id="R9978acc3f3044042"/>
  </p:notesMasterIdLst>
  <p:sldIdLst>
    <p:sldId xmlns:r="http://schemas.openxmlformats.org/officeDocument/2006/relationships" id="256" r:id="R0283283ac3fc4f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01ed4b86ea4ea1" /><Relationship Type="http://schemas.openxmlformats.org/officeDocument/2006/relationships/slideMaster" Target="/ppt/slideMasters/slideMaster1.xml" Id="R795e303314b3426b" /><Relationship Type="http://schemas.openxmlformats.org/officeDocument/2006/relationships/notesMaster" Target="/ppt/notesMasters/notesMaster1.xml" Id="R9978acc3f3044042" /><Relationship Type="http://schemas.openxmlformats.org/officeDocument/2006/relationships/presProps" Target="/ppt/presProps.xml" Id="R3e36a5110d33421c" /><Relationship Type="http://schemas.openxmlformats.org/officeDocument/2006/relationships/tableStyles" Target="/ppt/tableStyles.xml" Id="R1af77f42c2fb4e12" /><Relationship Type="http://schemas.openxmlformats.org/officeDocument/2006/relationships/slide" Target="/ppt/slides/slide1.xml" Id="R0283283ac3fc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124b3acbd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a7da3b0a84305" /><Relationship Type="http://schemas.openxmlformats.org/officeDocument/2006/relationships/notesMaster" Target="/ppt/notesMasters/notesMaster1.xml" Id="Rc6604c44a6e1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讲解建议（约 3～5 分钟）：把“LLM + 工具 + 循环”当成教学用最小框架。实际 Agent 还需要运行时提供指令、上下文、工具权限和停止条件。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本身不直接操作文件或终端。它发出工具调用请求，运行时在相应环境执行，工具输出或错误进入下一次模型输入。模型可能直接回答，也可能继续调用工具；最终结果、权限要求或其他停止条件会结束本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课堂例子：学生给出“myls 无参数列出当前目录”任务；Agent 读 Outline.md、写 CLI 测试、运行 make test；失败输出回到模型，模型修改 C 代码并再运行测试。随后由人检查测试、diff 和最终行为。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过渡提问：如果用户只说“做个 ls”，Agent 如何知道隐藏项、排序、stderr 和退出码应该怎样？由此引入 Outline.md、AGENTS.md 和当轮任务卡。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资料（OpenAI Docs）：https://developers.openai.com/api/docs/guides/agents/running-agents ; https://developers.openai.com/api/docs/guides/function-calling ; https://developers.openai.com/api/docs/guides/agents-api/architecture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97b96c44f4c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c01b9b84a47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8d0fdde2547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8d2ac613844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4c30f43e948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729144ffa4e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209371-9443-4189-B221-4E84F15F9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ADE946-89E0-48D6-9C9F-6DF2F62593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C41A6B-101B-45ED-A4FF-45C4DFA87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CE81BC-EB5C-4C9A-8B8A-4344A183D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D0B72C-928A-4117-AA83-5BC130486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713914-60D2-4C79-B35E-EB5A33E01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104A36-8FC8-4BBC-86BD-9DDB0593DB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4A9A3C-435C-41CB-A35A-C96E2811EF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39CA42-B141-465B-B83C-330E4EBB5F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3F2B5A-C78E-46E6-B856-4F61F70F25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94346e69b54996" /><Relationship Type="http://schemas.openxmlformats.org/officeDocument/2006/relationships/slideLayout" Target="/ppt/slideLayouts/slideLayout1.xml" Id="Rbfac57f1da444d51" /><Relationship Type="http://schemas.openxmlformats.org/officeDocument/2006/relationships/slideLayout" Target="/ppt/slideLayouts/slideLayout2.xml" Id="Raf0b729f9e4140b4" /><Relationship Type="http://schemas.openxmlformats.org/officeDocument/2006/relationships/slideLayout" Target="/ppt/slideLayouts/slideLayout3.xml" Id="R70410a21b9eb4d00" /><Relationship Type="http://schemas.openxmlformats.org/officeDocument/2006/relationships/slideLayout" Target="/ppt/slideLayouts/slideLayout4.xml" Id="Rd33217d0591c45d4" /><Relationship Type="http://schemas.openxmlformats.org/officeDocument/2006/relationships/slideLayout" Target="/ppt/slideLayouts/slideLayout5.xml" Id="Raaa35c81a8dd4724" /><Relationship Type="http://schemas.openxmlformats.org/officeDocument/2006/relationships/slideLayout" Target="/ppt/slideLayouts/slideLayout6.xml" Id="Rafcdd3d299c1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c57f1da444d51"/>
    <p:sldLayoutId xmlns:r="http://schemas.openxmlformats.org/officeDocument/2006/relationships" id="2147483650" r:id="Raf0b729f9e4140b4"/>
    <p:sldLayoutId xmlns:r="http://schemas.openxmlformats.org/officeDocument/2006/relationships" id="2147483651" r:id="R70410a21b9eb4d00"/>
    <p:sldLayoutId xmlns:r="http://schemas.openxmlformats.org/officeDocument/2006/relationships" id="2147483652" r:id="Rd33217d0591c45d4"/>
    <p:sldLayoutId xmlns:r="http://schemas.openxmlformats.org/officeDocument/2006/relationships" id="2147483653" r:id="Raaa35c81a8dd4724"/>
    <p:sldLayoutId xmlns:r="http://schemas.openxmlformats.org/officeDocument/2006/relationships" id="2147483654" r:id="Rafcdd3d299c1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f6dc2b9054426" /><Relationship Type="http://schemas.openxmlformats.org/officeDocument/2006/relationships/image" Target="/ppt/media/image.png" Id="Rac77975c047b46bc" /><Relationship Type="http://schemas.openxmlformats.org/officeDocument/2006/relationships/notesSlide" Target="/ppt/notesSlides/notesSlide1.xml" Id="Rf6678c47c0ed4a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7C133-5B78-4428-9602-A5E209760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7975c047b46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203BB1-69CD-4CB2-87E0-3286CCB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AI 编码 Agent 的运行框架</a:t>
            </a:r>
          </a:p>
        </p:txBody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2C67A447-9777-4041-8CDB-68846A45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LLM + 工具 + 循环</a:t>
            </a:r>
          </a:p>
        </p:txBody>
      </p:sp>
      <p:sp>
        <p:nvSpPr>
          <p:cNvPr id="4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A0A436A-1AD1-4526-9B2B-D45847B6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59223899-E42D-4184-9652-418D34F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7621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接收任务与上下文</a:t>
            </a:r>
          </a:p>
        </p:txBody>
      </p:sp>
      <p:sp>
        <p:nvSpPr>
          <p:cNvPr id="6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969199D3-B7B2-4AA9-A36E-1513D7F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621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目标、规则、已读文件与工具定义进入本轮输入</a:t>
            </a:r>
          </a:p>
        </p:txBody>
      </p:sp>
      <p:sp>
        <p:nvSpPr>
          <p:cNvPr id="7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0377014-4C18-4407-A3B0-4FD27AC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8CC68D8-3928-4B43-9933-257F03F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6765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模型选择行动</a:t>
            </a:r>
          </a:p>
        </p:txBody>
      </p:sp>
      <p:sp>
        <p:nvSpPr>
          <p:cNvPr id="9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0EEE7589-E222-4136-8D12-B64D051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765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给出答复，或发出工具调用请求</a:t>
            </a:r>
          </a:p>
        </p:txBody>
      </p:sp>
      <p:sp>
        <p:nvSpPr>
          <p:cNvPr id="1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6C2377A-0F47-45A1-8421-3042B23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E94B58D-9790-4858-823A-E7A7F28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909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运行时执行工具</a:t>
            </a:r>
          </a:p>
        </p:txBody>
      </p:sp>
      <p:sp>
        <p:nvSpPr>
          <p:cNvPr id="12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40788E80-2B79-40B5-B519-6DD4E20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9909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读取文件、运行命令，把结果送回模型</a:t>
            </a:r>
          </a:p>
        </p:txBody>
      </p:sp>
      <p:sp>
        <p:nvSpPr>
          <p:cNvPr id="13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906C2D9C-5FD7-4980-B82B-3DB61E35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DEF8374B-7590-454D-869E-3343A236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053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观察后继续或结束</a:t>
            </a:r>
          </a:p>
        </p:txBody>
      </p:sp>
      <p:sp>
        <p:nvSpPr>
          <p:cNvPr id="15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2397D9E6-6577-4F7D-828E-6AB3D5F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9053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根据反馈决定下一步，或交付结果供人验收</a:t>
            </a:r>
          </a:p>
        </p:txBody>
      </p:sp>
      <p:sp>
        <p:nvSpPr>
          <p:cNvPr id="16" name="course-link">
            <a:extLst xmlns:a="http://schemas.openxmlformats.org/drawingml/2006/main">
              <a:ext uri="{FF2B5EF4-FFF2-40B4-BE49-F238E27FC236}">
                <a16:creationId xmlns:a16="http://schemas.microsoft.com/office/drawing/2014/main" id="{60B2BEFD-53FE-45CC-8514-3B2E9A9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7C98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7C9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7C98F"/>
                </a:solidFill>
                <a:latin typeface="Hiragino Sans GB"/>
                <a:ea typeface="Hiragino Sans GB"/>
                <a:cs typeface="Hiragino Sans GB"/>
              </a:rPr>
              <a:t>myls 练习：用契约、测试和 diff 验收结果</a:t>
            </a:r>
          </a:p>
        </p:txBody>
      </p:sp>
    </p:spTree>
    <p:extLst>
      <p:ext uri="{BB962C8B-B14F-4D97-AF65-F5344CB8AC3E}">
        <p14:creationId xmlns:p14="http://schemas.microsoft.com/office/powerpoint/2010/main" val="1096885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2026-10-13T14:52:49.3410000Z</dcterms:created>
  <dcterms:modified xsi:type="dcterms:W3CDTF">2026-10-13T14:52:49.3410000Z</dcterms:modified>
</coreProperties>
</file>