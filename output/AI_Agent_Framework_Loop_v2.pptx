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f43fa31f44739" /><Relationship Type="http://schemas.openxmlformats.org/officeDocument/2006/relationships/extended-properties" Target="/docProps/app.xml" Id="Rd25249c3b26a4e73" /><Relationship Type="http://schemas.openxmlformats.org/officeDocument/2006/relationships/officeDocument" Target="/ppt/presentation.xml" Id="Rf61b8310374d4b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b8caf6d8df4ae0"/>
  </p:sldMasterIdLst>
  <p:notesMasterIdLst>
    <p:notesMasterId xmlns:r="http://schemas.openxmlformats.org/officeDocument/2006/relationships" r:id="R01fc66cfc5e648b2"/>
  </p:notesMasterIdLst>
  <p:sldIdLst>
    <p:sldId xmlns:r="http://schemas.openxmlformats.org/officeDocument/2006/relationships" id="256" r:id="R2026f6cc23df44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0d160f9d441cd" /><Relationship Type="http://schemas.openxmlformats.org/officeDocument/2006/relationships/slideMaster" Target="/ppt/slideMasters/slideMaster1.xml" Id="R5eb8caf6d8df4ae0" /><Relationship Type="http://schemas.openxmlformats.org/officeDocument/2006/relationships/notesMaster" Target="/ppt/notesMasters/notesMaster1.xml" Id="R01fc66cfc5e648b2" /><Relationship Type="http://schemas.openxmlformats.org/officeDocument/2006/relationships/presProps" Target="/ppt/presProps.xml" Id="Rb25b6017dd764ea5" /><Relationship Type="http://schemas.openxmlformats.org/officeDocument/2006/relationships/tableStyles" Target="/ppt/tableStyles.xml" Id="Rbb80164c4fc04834" /><Relationship Type="http://schemas.openxmlformats.org/officeDocument/2006/relationships/slide" Target="/ppt/slides/slide1.xml" Id="R2026f6cc23df44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9b3125735d45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d31a8cf5a463d" /><Relationship Type="http://schemas.openxmlformats.org/officeDocument/2006/relationships/notesMaster" Target="/ppt/notesMasters/notesMaster1.xml" Id="Re57db4525fb247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这是一张机制图，不规定每个任务都要调用工具。输入包括用户目标、已经进入上下文的规则和文件，以及可用工具的描述。LLM 可以直接给出最终答复，也可以请求调用工具。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如果模型请求工具，运行时在相应环境执行操作，把工具输出或错误回送模型。模型据此更新下一步；图中的回路表示这一过程可以重复。权限、时间和停止条件由具体 Agent 运行时管理。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myls 示例：读 Outline.md → 写一个 CLI 测试 → 运行 make test → 看到失败结果 → 修改 C 代码 → 再运行测试。测试和 diff 是人审核交付结果的依据。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过渡提问：如果只说“做个 ls”，Agent 如何知道排序、隐藏项和错误输出该怎样？接下来介绍项目契约与任务卡。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资料（OpenAI Docs）：https://developers.openai.com/api/docs/guides/agents/running-agents ; https://developers.openai.com/api/docs/guides/function-calling ; https://developers.openai.com/api/docs/guides/agents-api/architecture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10bed899645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05d3d7c174c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56233182749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93d06ebce45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786f09a544f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b1475b4ce40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168D93-D6AF-4E1D-AA2D-053915798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8DB41E-42C7-4D41-BA80-0C93E0DC8E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A08B8A-9DE1-41B5-BA5E-E2B9B584D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A72715-C05B-4684-981E-0A6947CEF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BE8B7B-FE2E-4490-B726-DC60F26E9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E3344F-8909-456F-A643-B5F703F6A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6EB44F-B2F9-4002-B3C5-A584B78AB5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D47692-6674-488B-9680-A44A25D6FB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35E7A8-309B-4846-9054-6C758DC05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A257F2-E8F2-4E58-90FA-128EB4D8A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14bf3ab4014f77" /><Relationship Type="http://schemas.openxmlformats.org/officeDocument/2006/relationships/slideLayout" Target="/ppt/slideLayouts/slideLayout1.xml" Id="R2ae07d762a8947f8" /><Relationship Type="http://schemas.openxmlformats.org/officeDocument/2006/relationships/slideLayout" Target="/ppt/slideLayouts/slideLayout2.xml" Id="R02f5c0f8d7734c0b" /><Relationship Type="http://schemas.openxmlformats.org/officeDocument/2006/relationships/slideLayout" Target="/ppt/slideLayouts/slideLayout3.xml" Id="R1c4d2b0d2c544af2" /><Relationship Type="http://schemas.openxmlformats.org/officeDocument/2006/relationships/slideLayout" Target="/ppt/slideLayouts/slideLayout4.xml" Id="Rd49b04f2e7e94d48" /><Relationship Type="http://schemas.openxmlformats.org/officeDocument/2006/relationships/slideLayout" Target="/ppt/slideLayouts/slideLayout5.xml" Id="R0d69344b895947b8" /><Relationship Type="http://schemas.openxmlformats.org/officeDocument/2006/relationships/slideLayout" Target="/ppt/slideLayouts/slideLayout6.xml" Id="Rf54d44d63ba447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e07d762a8947f8"/>
    <p:sldLayoutId xmlns:r="http://schemas.openxmlformats.org/officeDocument/2006/relationships" id="2147483650" r:id="R02f5c0f8d7734c0b"/>
    <p:sldLayoutId xmlns:r="http://schemas.openxmlformats.org/officeDocument/2006/relationships" id="2147483651" r:id="R1c4d2b0d2c544af2"/>
    <p:sldLayoutId xmlns:r="http://schemas.openxmlformats.org/officeDocument/2006/relationships" id="2147483652" r:id="Rd49b04f2e7e94d48"/>
    <p:sldLayoutId xmlns:r="http://schemas.openxmlformats.org/officeDocument/2006/relationships" id="2147483653" r:id="R0d69344b895947b8"/>
    <p:sldLayoutId xmlns:r="http://schemas.openxmlformats.org/officeDocument/2006/relationships" id="2147483654" r:id="Rf54d44d63ba447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5ccdc45f64852" /><Relationship Type="http://schemas.openxmlformats.org/officeDocument/2006/relationships/notesSlide" Target="/ppt/notesSlides/notesSlide1.xml" Id="R26120f75eaef48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BF5AF-342B-4130-B9FB-99CB9313C969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381375" y="351472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B66E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4C56F-3384-4BB4-99D9-E838185745FB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4857750" y="4843463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B66E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8FD24-9C35-4B8E-9C02-963FC04AB72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810625" y="351472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6CEE4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10BF2-687A-464A-A9B1-983C2FC6D15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2919413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6CEE4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A065A-0CC5-40CA-BA39-EC3AE786C2E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3381375" y="20574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B66E"/>
            </a:solidFill>
            <a:prstDash val="solid"/>
            <a:tailEnd type="triangle" w="med" len="med"/>
          </a:ln>
        </p:spPr>
      </p:cxnSp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361AC662-6E18-47A8-BE4D-DD49041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AI 编码 Agent 的运行框架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2EE1E9-B0D8-4548-A671-19797886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rPr>
              <a:t>LLM + 工具 + 反馈循环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42245E17-3A28-41AB-AF2B-102C998F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85925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用户任务与已有上下文</a:t>
            </a:r>
          </a:p>
        </p:txBody>
      </p:sp>
      <p:sp>
        <p:nvSpPr>
          <p:cNvPr id="4" name="llm">
            <a:extLst xmlns:a="http://schemas.openxmlformats.org/drawingml/2006/main">
              <a:ext uri="{FF2B5EF4-FFF2-40B4-BE49-F238E27FC236}">
                <a16:creationId xmlns:a16="http://schemas.microsoft.com/office/drawing/2014/main" id="{D9F9B541-B282-48D9-8A1A-8ACA353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40"/>
          </a:solidFill>
          <a:ln xmlns:a="http://schemas.openxmlformats.org/drawingml/2006/main" w="19050">
            <a:solidFill>
              <a:srgbClr val="F5B66E"/>
            </a:solidFill>
            <a:prstDash val="solid"/>
          </a:ln>
        </p:spPr>
      </p:sp>
      <p:sp>
        <p:nvSpPr>
          <p:cNvPr id="5" name="llm-title">
            <a:extLst xmlns:a="http://schemas.openxmlformats.org/drawingml/2006/main">
              <a:ext uri="{FF2B5EF4-FFF2-40B4-BE49-F238E27FC236}">
                <a16:creationId xmlns:a16="http://schemas.microsoft.com/office/drawing/2014/main" id="{2CBB8960-67C6-4ED3-A63B-5013117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14600"/>
            <a:ext cx="251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LLM 判断下一步</a:t>
            </a:r>
          </a:p>
        </p:txBody>
      </p:sp>
      <p:sp>
        <p:nvSpPr>
          <p:cNvPr id="6" name="llm-detail">
            <a:extLst xmlns:a="http://schemas.openxmlformats.org/drawingml/2006/main">
              <a:ext uri="{FF2B5EF4-FFF2-40B4-BE49-F238E27FC236}">
                <a16:creationId xmlns:a16="http://schemas.microsoft.com/office/drawing/2014/main" id="{DACDCB5A-DD9B-44A3-84DD-AC4D76BB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813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rPr>
              <a:t>回答或请求使用工具</a:t>
            </a:r>
          </a:p>
        </p:txBody>
      </p:sp>
      <p:sp>
        <p:nvSpPr>
          <p:cNvPr id="7" name="tool">
            <a:extLst xmlns:a="http://schemas.openxmlformats.org/drawingml/2006/main">
              <a:ext uri="{FF2B5EF4-FFF2-40B4-BE49-F238E27FC236}">
                <a16:creationId xmlns:a16="http://schemas.microsoft.com/office/drawing/2014/main" id="{6441AB38-39B3-4D92-977D-9C9E57D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40"/>
          </a:solidFill>
          <a:ln xmlns:a="http://schemas.openxmlformats.org/drawingml/2006/main" w="19050">
            <a:solidFill>
              <a:srgbClr val="86CEE4"/>
            </a:solidFill>
            <a:prstDash val="solid"/>
          </a:ln>
        </p:spPr>
      </p:sp>
      <p:sp>
        <p:nvSpPr>
          <p:cNvPr id="8" name="tool-title">
            <a:extLst xmlns:a="http://schemas.openxmlformats.org/drawingml/2006/main">
              <a:ext uri="{FF2B5EF4-FFF2-40B4-BE49-F238E27FC236}">
                <a16:creationId xmlns:a16="http://schemas.microsoft.com/office/drawing/2014/main" id="{609ED4BB-F2FB-4DC0-B873-BA64238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14600"/>
            <a:ext cx="251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运行时执行工具</a:t>
            </a:r>
          </a:p>
        </p:txBody>
      </p:sp>
      <p:sp>
        <p:nvSpPr>
          <p:cNvPr id="9" name="tool-detail">
            <a:extLst xmlns:a="http://schemas.openxmlformats.org/drawingml/2006/main">
              <a:ext uri="{FF2B5EF4-FFF2-40B4-BE49-F238E27FC236}">
                <a16:creationId xmlns:a16="http://schemas.microsoft.com/office/drawing/2014/main" id="{03EAF20F-B098-47FA-8249-A26F081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13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rPr>
              <a:t>读写文件、运行命令</a:t>
            </a:r>
          </a:p>
        </p:txBody>
      </p:sp>
      <p:sp>
        <p:nvSpPr>
          <p:cNvPr id="10" name="result">
            <a:extLst xmlns:a="http://schemas.openxmlformats.org/drawingml/2006/main">
              <a:ext uri="{FF2B5EF4-FFF2-40B4-BE49-F238E27FC236}">
                <a16:creationId xmlns:a16="http://schemas.microsoft.com/office/drawing/2014/main" id="{00514706-2C78-4953-B097-C6444ED6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40"/>
          </a:solidFill>
          <a:ln xmlns:a="http://schemas.openxmlformats.org/drawingml/2006/main" w="19050">
            <a:solidFill>
              <a:srgbClr val="86CEE4"/>
            </a:solidFill>
            <a:prstDash val="solid"/>
          </a:ln>
        </p:spPr>
      </p:sp>
      <p:sp>
        <p:nvSpPr>
          <p:cNvPr id="11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C422D7EF-9E62-4B14-AE8D-C3E538FE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38650"/>
            <a:ext cx="251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观察工具结果</a:t>
            </a:r>
          </a:p>
        </p:txBody>
      </p:sp>
      <p:sp>
        <p:nvSpPr>
          <p:cNvPr id="12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57CFB94F-A5F1-4C1F-8BCA-D29D630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053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rPr>
              <a:t>文件、日志与测试反馈</a:t>
            </a:r>
          </a:p>
        </p:txBody>
      </p:sp>
      <p:sp>
        <p:nvSpPr>
          <p:cNvPr id="13" name="context">
            <a:extLst xmlns:a="http://schemas.openxmlformats.org/drawingml/2006/main">
              <a:ext uri="{FF2B5EF4-FFF2-40B4-BE49-F238E27FC236}">
                <a16:creationId xmlns:a16="http://schemas.microsoft.com/office/drawing/2014/main" id="{E7FF34EC-D12E-4020-9D87-430D93B8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40"/>
          </a:solidFill>
          <a:ln xmlns:a="http://schemas.openxmlformats.org/drawingml/2006/main" w="19050">
            <a:solidFill>
              <a:srgbClr val="F5B66E"/>
            </a:solidFill>
            <a:prstDash val="solid"/>
          </a:ln>
        </p:spPr>
      </p:sp>
      <p:sp>
        <p:nvSpPr>
          <p:cNvPr id="14" name="context-title">
            <a:extLst xmlns:a="http://schemas.openxmlformats.org/drawingml/2006/main">
              <a:ext uri="{FF2B5EF4-FFF2-40B4-BE49-F238E27FC236}">
                <a16:creationId xmlns:a16="http://schemas.microsoft.com/office/drawing/2014/main" id="{C4A8860D-D3B4-4160-8F01-D93F71E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38650"/>
            <a:ext cx="251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上下文更新</a:t>
            </a:r>
          </a:p>
        </p:txBody>
      </p:sp>
      <p:sp>
        <p:nvSpPr>
          <p:cNvPr id="15" name="context-detail">
            <a:extLst xmlns:a="http://schemas.openxmlformats.org/drawingml/2006/main">
              <a:ext uri="{FF2B5EF4-FFF2-40B4-BE49-F238E27FC236}">
                <a16:creationId xmlns:a16="http://schemas.microsoft.com/office/drawing/2014/main" id="{13A63C17-94AD-4561-907F-B1FC443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D5E1"/>
                </a:solidFill>
                <a:latin typeface="Hiragino Sans GB"/>
                <a:ea typeface="Hiragino Sans GB"/>
                <a:cs typeface="Hiragino Sans GB"/>
              </a:rPr>
              <a:t>结果进入下一轮输入</a:t>
            </a:r>
          </a:p>
        </p:txBody>
      </p:sp>
      <p:sp>
        <p:nvSpPr>
          <p:cNvPr id="21" name="loop-label">
            <a:extLst xmlns:a="http://schemas.openxmlformats.org/drawingml/2006/main">
              <a:ext uri="{FF2B5EF4-FFF2-40B4-BE49-F238E27FC236}">
                <a16:creationId xmlns:a16="http://schemas.microsoft.com/office/drawing/2014/main" id="{4CDC5A97-C341-47F5-9F1F-3ACD98F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671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反馈循环</a:t>
            </a:r>
          </a:p>
        </p:txBody>
      </p:sp>
      <p:sp>
        <p:nvSpPr>
          <p:cNvPr id="22" name="stop-condition">
            <a:extLst xmlns:a="http://schemas.openxmlformats.org/drawingml/2006/main">
              <a:ext uri="{FF2B5EF4-FFF2-40B4-BE49-F238E27FC236}">
                <a16:creationId xmlns:a16="http://schemas.microsoft.com/office/drawing/2014/main" id="{47F014E9-DD5A-45D0-86C8-29A43CEA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模型给出最终答复时结束；人用契约、测试和 diff 验收</a:t>
            </a:r>
          </a:p>
        </p:txBody>
      </p:sp>
    </p:spTree>
    <p:extLst>
      <p:ext uri="{BB962C8B-B14F-4D97-AF65-F5344CB8AC3E}">
        <p14:creationId xmlns:p14="http://schemas.microsoft.com/office/powerpoint/2010/main" val="118177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2026-10-13T15:27:43.7060000Z</dcterms:created>
  <dcterms:modified xsi:type="dcterms:W3CDTF">2026-10-13T15:27:43.7070000Z</dcterms:modified>
</coreProperties>
</file>